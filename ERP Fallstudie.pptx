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2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9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6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3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7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38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7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2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9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911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927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33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0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468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1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6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D6909-BEC7-1FFC-5189-0ACCAE496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ERP-Fallstudie</a:t>
            </a:r>
            <a:br>
              <a:rPr lang="de-DE" dirty="0"/>
            </a:br>
            <a:r>
              <a:rPr lang="de-DE" dirty="0"/>
              <a:t>Personalwesen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B2BB79-0CCE-0E37-7A46-E5CB858C7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72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329D08-4D1E-AD6B-4D21-B8FEA6B6C98E}"/>
              </a:ext>
            </a:extLst>
          </p:cNvPr>
          <p:cNvSpPr txBox="1"/>
          <p:nvPr/>
        </p:nvSpPr>
        <p:spPr>
          <a:xfrm>
            <a:off x="534572" y="183737"/>
            <a:ext cx="863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Problemdefinition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9C49D0C-2146-A2E7-3CC9-2962D9747A95}"/>
              </a:ext>
            </a:extLst>
          </p:cNvPr>
          <p:cNvSpPr txBox="1"/>
          <p:nvPr/>
        </p:nvSpPr>
        <p:spPr>
          <a:xfrm>
            <a:off x="534571" y="791363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1. Situation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A62EE7F-DC65-8FD6-A7B2-E23710EF30FE}"/>
              </a:ext>
            </a:extLst>
          </p:cNvPr>
          <p:cNvSpPr txBox="1"/>
          <p:nvPr/>
        </p:nvSpPr>
        <p:spPr>
          <a:xfrm>
            <a:off x="534572" y="1167618"/>
            <a:ext cx="44230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120.000 Mitarbeiter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An jedem Standort eine HR-Abteilung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Momentane hybride Systemlandschaft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FA1C3FC-6D9D-0EF4-2992-A5E6AE5FD35E}"/>
              </a:ext>
            </a:extLst>
          </p:cNvPr>
          <p:cNvSpPr txBox="1"/>
          <p:nvPr/>
        </p:nvSpPr>
        <p:spPr>
          <a:xfrm>
            <a:off x="534572" y="2279075"/>
            <a:ext cx="8637562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2. Komplikationen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78D7447-297D-DF0D-1C6D-A82392D0DA58}"/>
              </a:ext>
            </a:extLst>
          </p:cNvPr>
          <p:cNvSpPr txBox="1"/>
          <p:nvPr/>
        </p:nvSpPr>
        <p:spPr>
          <a:xfrm>
            <a:off x="534573" y="2655330"/>
            <a:ext cx="9146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Mitarbeiterdaten momentan nicht skalier &amp; auswertbar </a:t>
            </a:r>
            <a:r>
              <a:rPr lang="de-DE" dirty="0">
                <a:sym typeface="Wingdings" pitchFamily="2" charset="2"/>
              </a:rPr>
              <a:t> Zeitersparnis durch digitalisierte und automatisierte Prozesse im Hintergrund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>
                <a:sym typeface="Wingdings" pitchFamily="2" charset="2"/>
              </a:rPr>
              <a:t>Mitarbeiterentwicklung erfolgt auf dem Papier  bessere Nachverfolgbarkeit über vorhandenes Personal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>
                <a:sym typeface="Wingdings" pitchFamily="2" charset="2"/>
              </a:rPr>
              <a:t>Keine zentrale Systemlandschaft  Einsparung von Lizenzkosten/ geringeres Sicherheitsrisiko </a:t>
            </a:r>
          </a:p>
          <a:p>
            <a:pPr marL="285750" indent="-285750">
              <a:buFont typeface="Wingdings" pitchFamily="2" charset="2"/>
              <a:buChar char="Ø"/>
            </a:pP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7EF377-7450-437E-7D4F-BB9B7916998B}"/>
              </a:ext>
            </a:extLst>
          </p:cNvPr>
          <p:cNvSpPr txBox="1"/>
          <p:nvPr/>
        </p:nvSpPr>
        <p:spPr>
          <a:xfrm>
            <a:off x="534570" y="4480592"/>
            <a:ext cx="8637562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3. Schlüsselfrage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5642AD2-D917-C4AB-F482-03DDE288E2D3}"/>
              </a:ext>
            </a:extLst>
          </p:cNvPr>
          <p:cNvSpPr txBox="1"/>
          <p:nvPr/>
        </p:nvSpPr>
        <p:spPr>
          <a:xfrm>
            <a:off x="534570" y="4937760"/>
            <a:ext cx="8838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Wie kann SKF ein globales, digitales und skalierbares HR-System einführen, dass Benutzerfreundlich und Datenschutzkonform ist und die Auswertung der Daten erleichtert?</a:t>
            </a:r>
          </a:p>
        </p:txBody>
      </p:sp>
    </p:spTree>
    <p:extLst>
      <p:ext uri="{BB962C8B-B14F-4D97-AF65-F5344CB8AC3E}">
        <p14:creationId xmlns:p14="http://schemas.microsoft.com/office/powerpoint/2010/main" val="311439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3781062-680C-DB47-BD8E-9E4CE1425A4E}"/>
              </a:ext>
            </a:extLst>
          </p:cNvPr>
          <p:cNvSpPr txBox="1"/>
          <p:nvPr/>
        </p:nvSpPr>
        <p:spPr>
          <a:xfrm>
            <a:off x="500281" y="517043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4. Unterstützer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1374C58-394D-659C-5E61-E0C22A8B8E52}"/>
              </a:ext>
            </a:extLst>
          </p:cNvPr>
          <p:cNvSpPr txBox="1"/>
          <p:nvPr/>
        </p:nvSpPr>
        <p:spPr>
          <a:xfrm>
            <a:off x="500281" y="893298"/>
            <a:ext cx="7279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Globale HR-Teams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IT-Abteilung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Nutzer (Arbeitsplanung/ Lohnabrechnung</a:t>
            </a:r>
            <a:r>
              <a:rPr lang="de-DE" dirty="0">
                <a:sym typeface="Wingdings" pitchFamily="2" charset="2"/>
              </a:rPr>
              <a:t> andere Abteilungen</a:t>
            </a:r>
            <a:r>
              <a:rPr lang="de-DE" dirty="0"/>
              <a:t>) 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E886368-44E9-105D-44EB-1ADAB0A11357}"/>
              </a:ext>
            </a:extLst>
          </p:cNvPr>
          <p:cNvSpPr txBox="1"/>
          <p:nvPr/>
        </p:nvSpPr>
        <p:spPr>
          <a:xfrm>
            <a:off x="500280" y="1903883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5. Entscheidungsträger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C553D1-CA16-3D6A-8FC9-E9C0ECD998B4}"/>
              </a:ext>
            </a:extLst>
          </p:cNvPr>
          <p:cNvSpPr txBox="1"/>
          <p:nvPr/>
        </p:nvSpPr>
        <p:spPr>
          <a:xfrm>
            <a:off x="500281" y="2280138"/>
            <a:ext cx="2342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Globale HR-Teams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IT-Abteilung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57832A-3496-ECC9-0B22-732DBD28C843}"/>
              </a:ext>
            </a:extLst>
          </p:cNvPr>
          <p:cNvSpPr txBox="1"/>
          <p:nvPr/>
        </p:nvSpPr>
        <p:spPr>
          <a:xfrm>
            <a:off x="500280" y="3052745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6. Gewünschtes Ergebnis am Ende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71E921-1656-C9B1-2404-7044F67519BD}"/>
              </a:ext>
            </a:extLst>
          </p:cNvPr>
          <p:cNvSpPr txBox="1"/>
          <p:nvPr/>
        </p:nvSpPr>
        <p:spPr>
          <a:xfrm>
            <a:off x="500281" y="3429000"/>
            <a:ext cx="4677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Global einheitliche HR-Systemlandschaft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Einhaltung der Datenschutzrichtlinie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Vollständige Digitalisierung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19E28D4-27C4-A12A-DCA3-374637967AD6}"/>
              </a:ext>
            </a:extLst>
          </p:cNvPr>
          <p:cNvSpPr txBox="1"/>
          <p:nvPr/>
        </p:nvSpPr>
        <p:spPr>
          <a:xfrm>
            <a:off x="500279" y="4540457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7. Kriterien für die Qualität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133B913-FCEE-14DD-C70C-D7D64BADCAD3}"/>
              </a:ext>
            </a:extLst>
          </p:cNvPr>
          <p:cNvSpPr txBox="1"/>
          <p:nvPr/>
        </p:nvSpPr>
        <p:spPr>
          <a:xfrm>
            <a:off x="500281" y="4916712"/>
            <a:ext cx="575708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Mehrsprachigkeit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Auswertbarkeit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Datenschutz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Performance angepasst an der Unternehmensgröße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Nutzerfreundlichkeit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Integrierbarkeit im Unternehmen </a:t>
            </a:r>
          </a:p>
        </p:txBody>
      </p:sp>
    </p:spTree>
    <p:extLst>
      <p:ext uri="{BB962C8B-B14F-4D97-AF65-F5344CB8AC3E}">
        <p14:creationId xmlns:p14="http://schemas.microsoft.com/office/powerpoint/2010/main" val="339144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E67E-089A-9C5D-7A89-BD89112B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A20F8C8-9591-151E-84A5-07B119BF9CC4}"/>
              </a:ext>
            </a:extLst>
          </p:cNvPr>
          <p:cNvSpPr txBox="1"/>
          <p:nvPr/>
        </p:nvSpPr>
        <p:spPr>
          <a:xfrm>
            <a:off x="500281" y="517043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8. In </a:t>
            </a:r>
            <a:r>
              <a:rPr lang="de-DE" dirty="0" err="1"/>
              <a:t>Scope</a:t>
            </a:r>
            <a:r>
              <a:rPr lang="de-DE" dirty="0"/>
              <a:t>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CD84062-0932-64A2-C1E7-5601C281EB43}"/>
              </a:ext>
            </a:extLst>
          </p:cNvPr>
          <p:cNvSpPr txBox="1"/>
          <p:nvPr/>
        </p:nvSpPr>
        <p:spPr>
          <a:xfrm>
            <a:off x="500281" y="893298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HR spezifische Systeme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Integration bestehende Systeme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Korrekte Prozessdigitalisierung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F2568D0-A270-B267-7EA9-EB932FF223D7}"/>
              </a:ext>
            </a:extLst>
          </p:cNvPr>
          <p:cNvSpPr txBox="1"/>
          <p:nvPr/>
        </p:nvSpPr>
        <p:spPr>
          <a:xfrm>
            <a:off x="500280" y="1903883"/>
            <a:ext cx="8637563" cy="376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9. Out </a:t>
            </a:r>
            <a:r>
              <a:rPr lang="de-DE" dirty="0" err="1"/>
              <a:t>Scope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4C578CB-659F-8B5E-290F-02E0063C9611}"/>
              </a:ext>
            </a:extLst>
          </p:cNvPr>
          <p:cNvSpPr txBox="1"/>
          <p:nvPr/>
        </p:nvSpPr>
        <p:spPr>
          <a:xfrm>
            <a:off x="500281" y="2280138"/>
            <a:ext cx="4703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de-DE" dirty="0"/>
              <a:t>Andere Arbeitsbereiche im Unternehmen</a:t>
            </a:r>
          </a:p>
        </p:txBody>
      </p:sp>
    </p:spTree>
    <p:extLst>
      <p:ext uri="{BB962C8B-B14F-4D97-AF65-F5344CB8AC3E}">
        <p14:creationId xmlns:p14="http://schemas.microsoft.com/office/powerpoint/2010/main" val="35146650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156</Words>
  <Application>Microsoft Macintosh PowerPoint</Application>
  <PresentationFormat>Breitbild</PresentationFormat>
  <Paragraphs>36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Trebuchet MS</vt:lpstr>
      <vt:lpstr>Wingdings</vt:lpstr>
      <vt:lpstr>Wingdings 3</vt:lpstr>
      <vt:lpstr>Facette</vt:lpstr>
      <vt:lpstr>ERP-Fallstudie Personalwesen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2026-04-09T12:24:22Z</dcterms:created>
  <dcterms:modified xsi:type="dcterms:W3CDTF">2026-04-09T13:14:08Z</dcterms:modified>
</cp:coreProperties>
</file>